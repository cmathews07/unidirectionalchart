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7EBA-BE29-4672-8755-57F11D09D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7C8C2-8EBB-4E9F-8456-43AA0510F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4D154-92FB-410A-908A-152568E0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D261B-6BB0-4520-8E2F-D78F518E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97192-75AF-4C87-AE68-ECF08D9D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01FC-C405-4DBF-A8AE-A56D828B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7F1CC-C3B3-4B34-903C-341E00B2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7674-F15E-48AB-A0E6-239F9738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CFFB-BCBE-4022-BDF0-B375B755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9676-84E8-49C5-B435-47CD164C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9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40B3-F650-4829-B789-F4D0B588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284BE-5001-42EC-AA78-2AFB35CFA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99E03-D688-41B8-A0EB-120CBDAD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B55CA-59D5-4AA9-B2FA-AA2A4EF8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E9CEA-CA68-4858-A567-53899647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18DC-2422-4CA6-AFA8-428149F6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1BF3-347C-4C72-A1E3-0E66C7D14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858BB-E011-42FB-8C1F-709B09E2E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2D5EA-8130-4846-851C-959164AC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36F1D-38B7-4620-AE6F-BC50F71F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78CD1-C8FD-48C5-A340-4337E465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A7CA-6806-4E86-9F99-8270E7C9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F9E69-597F-4492-B7D7-4B7DC14CD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C5C4-0B66-47F9-A624-A44C05D25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B6A5C-5CA7-4C3E-BDF7-4CDC84DF6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8E3CA-A678-4ED4-8C53-8C63FA220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F2B71-E11F-4D14-9FBB-1C132205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B93E8-6588-4622-A48E-71A68626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3DB5E-08AB-4D62-82B5-1C4D64D0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6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7365-1350-4574-94BE-F04DE4AD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CB477-DC9C-4356-81E1-29B4DA60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94BCA-9CEA-4513-84F1-6CE03F86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583AB-905A-41E8-A1DC-D51E38BA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6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F4A3C-82C1-4E4F-B032-D7134A37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8B5DC-A5CF-46F6-B6BE-5BFE7E44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A96BD-3DB7-41AB-9432-83C0ED54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4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0E66-D4D1-44F1-B762-D8AD809F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7259A-3A2E-465E-B30B-12B5E257F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3F8B3-D5D0-489C-852A-9B7DDD2B7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D42D9-A529-4D2B-A7E2-CC2CBEA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9B48F-9CB9-4A3D-A649-337897CD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D7C33-4E38-4A25-9875-D30E96A7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4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6868-772F-40FA-BF01-B58D0BF9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2F4A38-BC36-4926-9E76-F4513985D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71091-75C4-4B01-871A-6000D944A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1FDB7-5A2D-4EB3-861A-AE727FAA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B1166-0577-4937-9737-8AE2B903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2BB85-EA9E-4981-885E-303E65E1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6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7D7A-E43B-42C1-AD66-44043A45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146EA-7C4E-4BA3-87C2-9AC8EADB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A0E32-003F-4FD6-9911-29CB9EE0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14A8F-55FC-4CA5-AB4E-F77014B9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7719A-6392-41B5-92E8-D4008DDF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8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025DE-F2F2-4D88-959A-E959B72EC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ADE89-C582-409F-B22F-4E82EB316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34AE-B861-4C06-BB77-6A675848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D132C-25C9-44FC-9CE5-AC48D03C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F8B4A-D8C4-49A1-B08C-9E397ADE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3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C96D5-AD7E-4EE3-94EA-4BF5B24C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6F1FD-F7A3-4130-AA4A-6C1F90F45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90F54-ABB8-484E-9D8F-ADD870E59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A0FC-4EB0-47ED-A240-8CAB14F28D99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119F4-43C1-47BE-B276-9CA53839C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ADC3-049F-4120-9242-F38D522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C654D-F89D-46A6-B8CE-1553158F8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0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2484828-DAE3-4C5C-A2CA-17C01D31D5BA}"/>
              </a:ext>
            </a:extLst>
          </p:cNvPr>
          <p:cNvSpPr/>
          <p:nvPr/>
        </p:nvSpPr>
        <p:spPr>
          <a:xfrm>
            <a:off x="1140903" y="3842158"/>
            <a:ext cx="1761688" cy="1661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835053-CAC1-43C2-AE0B-4BCB6F256DE3}"/>
              </a:ext>
            </a:extLst>
          </p:cNvPr>
          <p:cNvSpPr/>
          <p:nvPr/>
        </p:nvSpPr>
        <p:spPr>
          <a:xfrm>
            <a:off x="6705812" y="3842158"/>
            <a:ext cx="1761688" cy="1661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EB4E5C-C1C6-4B4E-B3A5-D8AC5D137346}"/>
              </a:ext>
            </a:extLst>
          </p:cNvPr>
          <p:cNvSpPr/>
          <p:nvPr/>
        </p:nvSpPr>
        <p:spPr>
          <a:xfrm>
            <a:off x="6705812" y="524312"/>
            <a:ext cx="1761688" cy="1661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Reducers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76ABC-475D-4202-86B9-88929E6AE414}"/>
              </a:ext>
            </a:extLst>
          </p:cNvPr>
          <p:cNvSpPr/>
          <p:nvPr/>
        </p:nvSpPr>
        <p:spPr>
          <a:xfrm>
            <a:off x="1140903" y="524312"/>
            <a:ext cx="1761688" cy="1661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77B4AE-56C5-4F3D-B604-E398A9B2EE6B}"/>
              </a:ext>
            </a:extLst>
          </p:cNvPr>
          <p:cNvCxnSpPr>
            <a:stCxn id="7" idx="4"/>
            <a:endCxn id="4" idx="0"/>
          </p:cNvCxnSpPr>
          <p:nvPr/>
        </p:nvCxnSpPr>
        <p:spPr>
          <a:xfrm>
            <a:off x="2021747" y="2185332"/>
            <a:ext cx="0" cy="16568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915BB9-19A5-4310-A86D-5CFED50EF57C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902591" y="4672668"/>
            <a:ext cx="38032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0DDCD1-977F-464F-AB47-6DD054708843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7586656" y="2185332"/>
            <a:ext cx="0" cy="16568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044466-597D-4DE8-A3C0-6B3C5C258184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2902591" y="1354822"/>
            <a:ext cx="38032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EAB722-9288-495F-BC16-D93B86E232A8}"/>
              </a:ext>
            </a:extLst>
          </p:cNvPr>
          <p:cNvSpPr txBox="1"/>
          <p:nvPr/>
        </p:nvSpPr>
        <p:spPr>
          <a:xfrm>
            <a:off x="2272145" y="6234546"/>
            <a:ext cx="556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https://www.youtube.com/watch?v=Zq1Iz2SjIR0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2FE4E-CB55-46B2-A181-BD083ED37D12}"/>
              </a:ext>
            </a:extLst>
          </p:cNvPr>
          <p:cNvSpPr txBox="1"/>
          <p:nvPr/>
        </p:nvSpPr>
        <p:spPr>
          <a:xfrm>
            <a:off x="3450144" y="4303336"/>
            <a:ext cx="298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Dispatch an Event/Action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01F15-19DD-4E27-953A-0EB3DC99C140}"/>
              </a:ext>
            </a:extLst>
          </p:cNvPr>
          <p:cNvSpPr txBox="1"/>
          <p:nvPr/>
        </p:nvSpPr>
        <p:spPr>
          <a:xfrm>
            <a:off x="7611188" y="2894156"/>
            <a:ext cx="298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 data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C5DC6-91A1-4C89-A7F5-88450F3BA9F5}"/>
              </a:ext>
            </a:extLst>
          </p:cNvPr>
          <p:cNvSpPr txBox="1"/>
          <p:nvPr/>
        </p:nvSpPr>
        <p:spPr>
          <a:xfrm>
            <a:off x="3562928" y="708491"/>
            <a:ext cx="2987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New State (updated declaratively)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64ABA0-24B2-4886-AED7-3284F1ADFEAF}"/>
              </a:ext>
            </a:extLst>
          </p:cNvPr>
          <p:cNvSpPr txBox="1"/>
          <p:nvPr/>
        </p:nvSpPr>
        <p:spPr>
          <a:xfrm>
            <a:off x="0" y="2827255"/>
            <a:ext cx="298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Render New State</a:t>
            </a:r>
          </a:p>
        </p:txBody>
      </p:sp>
    </p:spTree>
    <p:extLst>
      <p:ext uri="{BB962C8B-B14F-4D97-AF65-F5344CB8AC3E}">
        <p14:creationId xmlns:p14="http://schemas.microsoft.com/office/powerpoint/2010/main" val="23490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Corey Mathews</dc:creator>
  <cp:lastModifiedBy>Corey Mathews</cp:lastModifiedBy>
  <cp:revision>1</cp:revision>
  <dcterms:created xsi:type="dcterms:W3CDTF">2019-01-21T16:44:45Z</dcterms:created>
  <dcterms:modified xsi:type="dcterms:W3CDTF">2019-01-21T16:45:21Z</dcterms:modified>
</cp:coreProperties>
</file>